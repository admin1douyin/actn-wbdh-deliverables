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8288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知乎最近一周热点统计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7EFEE"/>
                </a:solidFill>
                <a:latin typeface="Microsoft YaHei"/>
              </a:rPr>
              <a:t>与下周热点预测（2026.09.22 – 09.29 → 09.30 – 10.06）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FDDDB"/>
                </a:solidFill>
                <a:latin typeface="Microsoft YaHei"/>
              </a:rPr>
              <a:t>统计窗口：2026 年 9 月 22 日 – 9 月 29 日（TopHub 知乎周榜 + 知乎热榜日榜快照）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FDDDB"/>
                </a:solidFill>
                <a:latin typeface="Microsoft YaHei"/>
              </a:rPr>
              <a:t>交付格式：PPT（按任务要求）   |   交付方：WB-DH（ACTN Agent）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一、数据来源与统计方法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确保统计可核验、口径一致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23B3B"/>
                </a:solidFill>
                <a:latin typeface="Microsoft YaHei"/>
              </a:rPr>
              <a:t>1. 主数据源 —— TopHub 公开镜像「知乎周榜（09.22–09.29）」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取周榜 TOP20 及各日榜快照交叉比对，热度单位为「万」。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23B3B"/>
                </a:solidFill>
                <a:latin typeface="Microsoft YaHei"/>
              </a:rPr>
              <a:t>2. 辅助校验 —— 知乎热榜日榜快照（9/11–9/29）与 NeoDrop 热榜事实核查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用于判断话题的持续性与真实动作（如「飞书并进豆包」「腾讯小龙虾关服」均有可查发布日期）。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23B3B"/>
                </a:solidFill>
                <a:latin typeface="Microsoft YaHei"/>
              </a:rPr>
              <a:t>3. 口径说明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「最近一周」= 9/22–9/29 完整自然周；同时列出 9/11–9/20 的延续性话题作为趋势背景。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热度数值为榜单公开读数，仅作相对排序参考，不具绝对统计意义。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预测部分基于「节假日效应 + 平台算法偏好 + 季节性议题 + 政策延续」四类信号推导。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二、本周热点 TOP10 总览（09.22–09.29）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按 TopHub 知乎周榜热度排序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1554480"/>
                <a:gridCol w="2103120"/>
              </a:tblGrid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 marL="73152" marT="27432" marB="27432" anchor="ctr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热点话题</a:t>
                      </a:r>
                    </a:p>
                  </a:txBody>
                  <a:tcPr marL="73152" marT="27432" marB="27432" anchor="ctr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热度(万)</a:t>
                      </a:r>
                    </a:p>
                  </a:txBody>
                  <a:tcPr marL="73152" marT="27432" marB="27432" anchor="ctr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73152" marT="27432" marB="27432" anchor="ctr">
                    <a:solidFill>
                      <a:srgbClr val="123B3B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怎么看待「超长蛋挞」的爆红？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2155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社会·美食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亚运会乒乓球男单决赛：林诗栋 4-0 王楚钦夺金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2137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体育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混凝土掺入人粪抗折强度提高 42%？研究解读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1820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科普·奇闻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多地贷款中介集体解散群聊、删朋友圈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1689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财经·社会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杭州女子月花 3000 跨省 2 小时去上海上班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1413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社会·职场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「绝活哥」巅峰对决，节目效果拉满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1006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娱乐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乾隆的字好看，为何书法界评价低？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887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文化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都说计算机炸了，为何还一堆人转专业？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869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教育·就业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携程推「无理由事假」：休 1 天团队得 600 元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850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职场</a:t>
                      </a:r>
                    </a:p>
                  </a:txBody>
                  <a:tcPr marL="73152" marT="27432" marB="27432" anchor="ctr">
                    <a:solidFill>
                      <a:srgbClr val="ECF1F0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为何只有人类穿衣服？动物都不穿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798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科普·社会</a:t>
                      </a:r>
                    </a:p>
                  </a:txBody>
                  <a:tcPr marL="73152" marT="27432" marB="27432" anchor="ctr">
                    <a:solidFill>
                      <a:srgbClr val="DDE7E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三、分类解读 ① 社会·生活·美食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情绪共鸣型话题占据流量头部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「超长蛋挞爆红」（2155万）夺周榜第一：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短视频带火的「猎奇美食+性价比」叙事，叠加「排队/打卡」社交货币。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「杭州女子月花 3000 跨省 2 小时去上海上班」（1413万）：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一线通勤成本与生活质量权衡，引发「值不值」的全民算账。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「为何只有人类穿衣服」（798万）、「乾隆书法评价」（887万）：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轻知识+强互动的「脑洞科普」，高赞回答多为反直觉视角。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88A2E"/>
                </a:solidFill>
                <a:latin typeface="Microsoft YaHei"/>
              </a:rPr>
              <a:t>规律：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本周 TOP10 中 6 条为社会/生活/文化类，说明算法在假期前更偏好「低门槛、强共鸣、可参与」的内容，专业硬核议题退居次席。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三、分类解读 ② 科技·AI（持续高热）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虽未进周榜 TOP10，但日榜与讨论度极高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字节「飞书并进豆包」（9/15 大会同台，275万/235答）：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办公 Agent 整合，被称为「史上最大押注」。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北大、复旦校长警告「AI 依赖 / 认知卸载」（154万）：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开学季多校表态，配脑电实验与 400+ 高校问卷。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豆包对话团队「减半」风波（9/22 报道，9/24 回应涉及 11 人）：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日活 2 亿产品的人事口径之争，反映大模型商业化压力。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腾讯「小龙虾」QClaw 关服公告（9/24，12/24 停运，可迁 WorkBuddy）：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大厂 AI 助手「试水—退场」的典型样本。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25 位菲尔兹奖得主联名抗议 AI 数学军备竞赛（9/11，约 798万）：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AI 与科学传承的「对齐失衡」成公共议题。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C88A2E"/>
                </a:solidFill>
                <a:latin typeface="Microsoft YaHei"/>
              </a:rPr>
              <a:t>规律：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AI 议题从「技术炫技」转向「组织/教育/治理」层面，讨论更务实。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三、分类解读 ③ 体育·国际·奇闻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赛事流量 + 国际局势 + 硬核科普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体育：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亚运会乒乓男单林诗栋 4-0 王楚钦（2137万）成周榜第二；王楚钦「一金未拿」状态讨论延续。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国际：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胡塞武装控制曼德海峡（9/11，约 58万）、美伊/油价突变、加拿大对美贸易战，地缘议题稳定在线。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奇闻科普：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「混凝土掺人粪抗折强度+42%」（1820万）登周榜第三，严肃研究与反差标题碰撞出高传播。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23B3B"/>
                </a:solidFill>
                <a:latin typeface="Microsoft YaHei"/>
              </a:rPr>
              <a:t>• 财经：</a:t>
            </a:r>
            <a:r>
              <a:rPr sz="1300" b="0">
                <a:solidFill>
                  <a:srgbClr val="555B5B"/>
                </a:solidFill>
                <a:latin typeface="Microsoft YaHei"/>
              </a:rPr>
              <a:t>锂电池 9/1 起征消费税（2%→2027 年 4%）、多地贷款中介解散群聊（1689万），政策与行业整顿受关注。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四、本周热点特征总结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四个可复现的信号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23B3B"/>
                </a:solidFill>
                <a:latin typeface="Microsoft YaHei"/>
              </a:rPr>
              <a:t>① 生活化叙事主导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55B5B"/>
                </a:solidFill>
                <a:latin typeface="Microsoft YaHei"/>
              </a:rPr>
              <a:t>美食/通勤/婚恋/职场等「算账型」「共鸣型」话题霸榜，硬核议题退居次席。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23B3B"/>
                </a:solidFill>
                <a:latin typeface="Microsoft YaHei"/>
              </a:rPr>
              <a:t>② AI 议题常态化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55B5B"/>
                </a:solidFill>
                <a:latin typeface="Microsoft YaHei"/>
              </a:rPr>
              <a:t>从炫技转向组织、教育、治理；大厂整合与退场并存，讨论更务实。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3192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23B3B"/>
                </a:solidFill>
                <a:latin typeface="Microsoft YaHei"/>
              </a:rPr>
              <a:t>③ 赛事+地缘常青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55B5B"/>
                </a:solidFill>
                <a:latin typeface="Microsoft YaHei"/>
              </a:rPr>
              <a:t>亚运会与中东局势提供稳定流量基本盘，长假前尤甚。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93192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600" b="1">
                <a:solidFill>
                  <a:srgbClr val="123B3B"/>
                </a:solidFill>
                <a:latin typeface="Microsoft YaHei"/>
              </a:rPr>
              <a:t>④ 反差标题吸睛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55B5B"/>
                </a:solidFill>
                <a:latin typeface="Microsoft YaHei"/>
              </a:rPr>
              <a:t>「人粪混凝土」「乾隆书法」类严肃×反差组合，成高效传播模因。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五、下周热点预测 TOP7（09.30 – 10.06）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基于节假日效应与季节性议题推导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206240"/>
                <a:gridCol w="1188720"/>
                <a:gridCol w="50292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 anchor="ctr" marL="73152" marT="18288" marB="18288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预测热点</a:t>
                      </a:r>
                    </a:p>
                  </a:txBody>
                  <a:tcPr anchor="ctr" marL="73152" marT="18288" marB="18288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确定性</a:t>
                      </a:r>
                    </a:p>
                  </a:txBody>
                  <a:tcPr anchor="ctr" marL="73152" marT="18288" marB="18288">
                    <a:solidFill>
                      <a:srgbClr val="123B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依据</a:t>
                      </a:r>
                    </a:p>
                  </a:txBody>
                  <a:tcPr anchor="ctr" marL="73152" marT="18288" marB="18288">
                    <a:solidFill>
                      <a:srgbClr val="123B3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国庆假期出行/旅游/拥堵/景区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10/1 国庆节假期启动，出行、抢票、景区承载力必成全民话题。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国庆档电影票房大战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多片同档，首日票房、口碑分化、撤档传闻将密集发酵。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亚运会收官与奖牌榜/闭幕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中高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赛事收尾期，夺金瞬间、新星、争议判罚持续吸睛。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AI 大模型新动态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中高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字节整合、腾讯退场、AI 税讨论延续；或有新模型/功能发布接力。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秋招与就业焦虑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「金九银十」秋招季，AI 替代担忧、转专业冷热再被热议。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A 股节后走势/锂电池税落地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假期后开盘、消费税对 10 万内纯电车影响成财经焦点。</a:t>
                      </a:r>
                    </a:p>
                  </a:txBody>
                  <a:tcPr anchor="ctr" marL="73152" marT="18288" marB="18288">
                    <a:solidFill>
                      <a:srgbClr val="DDE7E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23B3B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极端天气/季节健康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88A2E"/>
                          </a:solidFill>
                          <a:latin typeface="Microsoft YaHei"/>
                        </a:rPr>
                        <a:t>中低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B5B"/>
                          </a:solidFill>
                          <a:latin typeface="Microsoft YaHei"/>
                        </a:rPr>
                        <a:t>秋季换季、流感等健康话题随气温变化升温（不确定性较高）。</a:t>
                      </a:r>
                    </a:p>
                  </a:txBody>
                  <a:tcPr anchor="ctr" marL="73152" marT="18288" marB="18288">
                    <a:solidFill>
                      <a:srgbClr val="ECF1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六、预测依据与不确定性</a:t>
            </a:r>
          </a:p>
          <a:p>
            <a:r>
              <a:rPr sz="1200">
                <a:solidFill>
                  <a:srgbClr val="CFDDDB"/>
                </a:solidFill>
                <a:latin typeface="Microsoft YaHei"/>
              </a:rPr>
              <a:t>四类信号 + 三点风险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88A2E"/>
                </a:solidFill>
                <a:latin typeface="Microsoft YaHei"/>
              </a:rPr>
              <a:t>推导信号：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① 节假日效应 —— 国庆 7 天长假，出行/文娱/消费类话题确定性最高；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② 平台算法偏好 —— 本周验证「低门槛+强共鸣+反差」内容更易出圈，下周延续；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③ 季节性议题 —— 秋招、换季健康、节后开盘均为 9-10 月常规话题；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④ 政策延续 —— 锂电池消费税、AI 税、大厂 AI 整合仍处发酵期。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88A2E"/>
                </a:solidFill>
                <a:latin typeface="Microsoft YaHei"/>
              </a:rPr>
              <a:t>不确定性：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突发新闻（灾害、国际冲突、明星事件）可瞬间覆盖预测；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榜单热度受平台推荐策略与「水军/控评」影响，绝对值仅供参考；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55B5B"/>
                </a:solidFill>
                <a:latin typeface="Microsoft YaHei"/>
              </a:rPr>
              <a:t>   • 预测为概率性判断，非精确命中，建议按日滚动修正。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WB-DH · ACTN 平台交付 · 数据来源：TopHub 知乎周榜(09.22-09.29)、知乎热榜日榜快照、NeoDrop 热榜事实核查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B5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结语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F1F0"/>
                </a:solidFill>
                <a:latin typeface="Microsoft YaHei"/>
              </a:rPr>
              <a:t>本周知乎热点呈「生活化主导、AI 常态化、赛事地缘常青」格局；下周受国庆长假驱动，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F1F0"/>
                </a:solidFill>
                <a:latin typeface="Microsoft YaHei"/>
              </a:rPr>
              <a:t>出行、文娱、节后财经与 AI 延续议题最值得关注。统计与预测均基于公开榜单，供决策参考。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FDDDB"/>
                </a:solidFill>
                <a:latin typeface="Microsoft YaHei"/>
              </a:rPr>
              <a:t>交付方：WB-DH（ACTN Agent，owner: DH）   |   任务 ID：4afb3bd3-3c4f-4705-8944-a96f6c69200a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FDDDB"/>
                </a:solidFill>
                <a:latin typeface="Microsoft YaHei"/>
              </a:rPr>
              <a:t>数据来源：TopHub 知乎周榜(09.22-09.29)、知乎热榜日榜快照、NeoDrop 热榜事实核查（均公开可查）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